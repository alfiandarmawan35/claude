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2" r:id="rId2"/>
  </p:sldMasterIdLst>
  <p:notesMasterIdLst>
    <p:notesMasterId r:id="rId6"/>
  </p:notesMasterIdLst>
  <p:sldIdLst>
    <p:sldId id="256" r:id="rId3"/>
    <p:sldId id="2147482176" r:id="rId4"/>
    <p:sldId id="3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D013D35-7322-4757-B8EF-F0A8EC8C51E7}">
          <p14:sldIdLst>
            <p14:sldId id="256"/>
            <p14:sldId id="2147482176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A5B303-C047-4DE9-B42A-000969BA1CD6}" name="AKT.PJK PID" initials="AP" userId="94e29978eb8e946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0" clrIdx="0">
    <p:extLst>
      <p:ext uri="{19B8F6BF-5375-455C-9EA6-DF929625EA0E}">
        <p15:presenceInfo xmlns:p15="http://schemas.microsoft.com/office/powerpoint/2012/main" userId="User" providerId="None"/>
      </p:ext>
    </p:extLst>
  </p:cmAuthor>
  <p:cmAuthor id="2" name="AKT.PJK PID" initials="AP" lastIdx="11" clrIdx="1">
    <p:extLst>
      <p:ext uri="{19B8F6BF-5375-455C-9EA6-DF929625EA0E}">
        <p15:presenceInfo xmlns:p15="http://schemas.microsoft.com/office/powerpoint/2012/main" userId="94e29978eb8e94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289"/>
    <a:srgbClr val="002465"/>
    <a:srgbClr val="C1FFFF"/>
    <a:srgbClr val="E6E6E6"/>
    <a:srgbClr val="A20000"/>
    <a:srgbClr val="8FAADC"/>
    <a:srgbClr val="E6F2DE"/>
    <a:srgbClr val="9898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9" autoAdjust="0"/>
    <p:restoredTop sz="94625"/>
  </p:normalViewPr>
  <p:slideViewPr>
    <p:cSldViewPr snapToGrid="0">
      <p:cViewPr varScale="1">
        <p:scale>
          <a:sx n="116" d="100"/>
          <a:sy n="116" d="100"/>
        </p:scale>
        <p:origin x="5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4692D-56D3-4BDF-8FD5-7589324DF89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4E6-6A40-49A5-8F61-509286DEA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7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2D4E6-6A40-49A5-8F61-509286DEA5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41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2008-F8A2-85C7-FE15-E7A2D8F3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6D06F-66A8-9683-6BB8-190EE3E5D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009B3-0CAF-DBB6-CB10-F575EDD6D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A1D22-20B6-D71F-C514-CF5AA3C05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52D4E6-6A40-49A5-8F61-509286DEA5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10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2D4E6-6A40-49A5-8F61-509286DEA5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3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25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880D37F-54CD-4A64-AE74-8B540B1A9E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42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575BD9-E65C-4A82-84BD-A691921546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35B0B84-2E7D-4256-B058-4F19DD201DAB}"/>
              </a:ext>
            </a:extLst>
          </p:cNvPr>
          <p:cNvSpPr txBox="1">
            <a:spLocks/>
          </p:cNvSpPr>
          <p:nvPr userDrawn="1"/>
        </p:nvSpPr>
        <p:spPr>
          <a:xfrm>
            <a:off x="669899" y="4602615"/>
            <a:ext cx="6177699" cy="308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PT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Pelita</a:t>
            </a:r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 Indonesia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Djaya</a:t>
            </a:r>
            <a:endParaRPr lang="en-US" sz="1600" b="1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617AB4C-3D48-4394-9BA1-33906F859EFB}"/>
              </a:ext>
            </a:extLst>
          </p:cNvPr>
          <p:cNvSpPr txBox="1">
            <a:spLocks/>
          </p:cNvSpPr>
          <p:nvPr userDrawn="1"/>
        </p:nvSpPr>
        <p:spPr>
          <a:xfrm>
            <a:off x="669898" y="4849783"/>
            <a:ext cx="3402481" cy="382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  <a:latin typeface="Fira Sans" panose="020B0503050000020004" pitchFamily="34" charset="0"/>
              </a:rPr>
              <a:t>www.pelniservices.com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349" y="1941922"/>
            <a:ext cx="4916078" cy="49160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001" y="349218"/>
            <a:ext cx="1984311" cy="111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9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8FC8354-3614-4B74-99C3-7F713CD99E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7E59C1-6C04-482C-932F-880F7871FEFA}"/>
              </a:ext>
            </a:extLst>
          </p:cNvPr>
          <p:cNvCxnSpPr/>
          <p:nvPr userDrawn="1"/>
        </p:nvCxnSpPr>
        <p:spPr>
          <a:xfrm>
            <a:off x="688157" y="980958"/>
            <a:ext cx="108339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509" y="104124"/>
            <a:ext cx="1910502" cy="107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5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880D37F-54CD-4A64-AE74-8B540B1A9E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42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575BD9-E65C-4A82-84BD-A691921546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35B0B84-2E7D-4256-B058-4F19DD201DAB}"/>
              </a:ext>
            </a:extLst>
          </p:cNvPr>
          <p:cNvSpPr txBox="1">
            <a:spLocks/>
          </p:cNvSpPr>
          <p:nvPr userDrawn="1"/>
        </p:nvSpPr>
        <p:spPr>
          <a:xfrm>
            <a:off x="669899" y="4602615"/>
            <a:ext cx="6177699" cy="308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PT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Pelita</a:t>
            </a:r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 Indonesia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Djaya</a:t>
            </a:r>
            <a:endParaRPr lang="en-US" sz="1600" b="1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617AB4C-3D48-4394-9BA1-33906F859EFB}"/>
              </a:ext>
            </a:extLst>
          </p:cNvPr>
          <p:cNvSpPr txBox="1">
            <a:spLocks/>
          </p:cNvSpPr>
          <p:nvPr userDrawn="1"/>
        </p:nvSpPr>
        <p:spPr>
          <a:xfrm>
            <a:off x="669898" y="4849783"/>
            <a:ext cx="3402481" cy="382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  <a:latin typeface="Fira Sans" panose="020B0503050000020004" pitchFamily="34" charset="0"/>
              </a:rPr>
              <a:t>www.pelniservices.com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349" y="1941922"/>
            <a:ext cx="4916078" cy="49160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001" y="349218"/>
            <a:ext cx="1984311" cy="111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8FC8354-3614-4B74-99C3-7F713CD99E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7E59C1-6C04-482C-932F-880F7871FEFA}"/>
              </a:ext>
            </a:extLst>
          </p:cNvPr>
          <p:cNvCxnSpPr/>
          <p:nvPr userDrawn="1"/>
        </p:nvCxnSpPr>
        <p:spPr>
          <a:xfrm>
            <a:off x="688157" y="980958"/>
            <a:ext cx="108339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509" y="104124"/>
            <a:ext cx="1910502" cy="107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6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9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6597352"/>
            <a:ext cx="121920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24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6939C0-0F9C-4BB0-BE6D-CDFDBD48B8E1}"/>
              </a:ext>
            </a:extLst>
          </p:cNvPr>
          <p:cNvGrpSpPr/>
          <p:nvPr userDrawn="1"/>
        </p:nvGrpSpPr>
        <p:grpSpPr>
          <a:xfrm>
            <a:off x="10668856" y="5253432"/>
            <a:ext cx="1523145" cy="1585421"/>
            <a:chOff x="4572000" y="387072"/>
            <a:chExt cx="4569687" cy="4756528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9278269-D816-4377-921A-50AEC083B847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400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0429EA9-A20D-4800-80F6-48970138B795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4817FF4C-CE41-4E26-9FB9-CB745F3234F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688B8353-32F5-4D6E-81D9-D597B60FA9D3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155478D4-44EA-48AE-860F-E368AD673D0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1861CCC0-CB32-42D2-947D-1907817DDDAE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E3ED5D5D-DC92-4BF6-B431-CE8E43382FD0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7F372C6-9816-462E-83F5-DFD56E8AF164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F07321F0-763D-431A-87E5-1BD5F333CAE1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D39A1E25-A8B6-4EE4-8AC8-D262A0C0D58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5837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398376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23392" y="548680"/>
            <a:ext cx="3071043" cy="182420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2372883"/>
            <a:ext cx="3071043" cy="6720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5AC382A-C3B5-4BE0-B805-8F9094AFD7DC}"/>
              </a:ext>
            </a:extLst>
          </p:cNvPr>
          <p:cNvGrpSpPr/>
          <p:nvPr userDrawn="1"/>
        </p:nvGrpSpPr>
        <p:grpSpPr>
          <a:xfrm>
            <a:off x="1" y="3429000"/>
            <a:ext cx="3979897" cy="3429001"/>
            <a:chOff x="0" y="2571749"/>
            <a:chExt cx="2984923" cy="2571751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0" y="4032469"/>
              <a:ext cx="2984923" cy="1111031"/>
              <a:chOff x="0" y="4032469"/>
              <a:chExt cx="2984923" cy="1111031"/>
            </a:xfrm>
          </p:grpSpPr>
          <p:sp>
            <p:nvSpPr>
              <p:cNvPr id="2" name="Rectangle 1"/>
              <p:cNvSpPr/>
              <p:nvPr userDrawn="1"/>
            </p:nvSpPr>
            <p:spPr>
              <a:xfrm>
                <a:off x="2527176" y="4443958"/>
                <a:ext cx="457200" cy="6995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Oval 2"/>
              <p:cNvSpPr/>
              <p:nvPr userDrawn="1"/>
            </p:nvSpPr>
            <p:spPr>
              <a:xfrm>
                <a:off x="2128455" y="4032469"/>
                <a:ext cx="856468" cy="856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 userDrawn="1"/>
            </p:nvSpPr>
            <p:spPr>
              <a:xfrm>
                <a:off x="0" y="4363963"/>
                <a:ext cx="449249" cy="7795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/>
              <p:cNvSpPr/>
              <p:nvPr userDrawn="1"/>
            </p:nvSpPr>
            <p:spPr>
              <a:xfrm>
                <a:off x="0" y="41170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A909D931-338B-4F68-B73A-DDF2CA17DD12}"/>
                </a:ext>
              </a:extLst>
            </p:cNvPr>
            <p:cNvSpPr/>
            <p:nvPr userDrawn="1"/>
          </p:nvSpPr>
          <p:spPr>
            <a:xfrm>
              <a:off x="0" y="3170955"/>
              <a:ext cx="2544134" cy="1972545"/>
            </a:xfrm>
            <a:custGeom>
              <a:avLst/>
              <a:gdLst>
                <a:gd name="connsiteX0" fmla="*/ 1395974 w 2544134"/>
                <a:gd name="connsiteY0" fmla="*/ 0 h 1972545"/>
                <a:gd name="connsiteX1" fmla="*/ 1581175 w 2544134"/>
                <a:gd name="connsiteY1" fmla="*/ 0 h 1972545"/>
                <a:gd name="connsiteX2" fmla="*/ 1629807 w 2544134"/>
                <a:gd name="connsiteY2" fmla="*/ 388693 h 1972545"/>
                <a:gd name="connsiteX3" fmla="*/ 1660266 w 2544134"/>
                <a:gd name="connsiteY3" fmla="*/ 394521 h 1972545"/>
                <a:gd name="connsiteX4" fmla="*/ 1843628 w 2544134"/>
                <a:gd name="connsiteY4" fmla="*/ 524107 h 1972545"/>
                <a:gd name="connsiteX5" fmla="*/ 1859380 w 2544134"/>
                <a:gd name="connsiteY5" fmla="*/ 553128 h 1972545"/>
                <a:gd name="connsiteX6" fmla="*/ 1884339 w 2544134"/>
                <a:gd name="connsiteY6" fmla="*/ 550612 h 1972545"/>
                <a:gd name="connsiteX7" fmla="*/ 2175988 w 2544134"/>
                <a:gd name="connsiteY7" fmla="*/ 743930 h 1972545"/>
                <a:gd name="connsiteX8" fmla="*/ 2180885 w 2544134"/>
                <a:gd name="connsiteY8" fmla="*/ 759703 h 1972545"/>
                <a:gd name="connsiteX9" fmla="*/ 2191569 w 2544134"/>
                <a:gd name="connsiteY9" fmla="*/ 756387 h 1972545"/>
                <a:gd name="connsiteX10" fmla="*/ 2234564 w 2544134"/>
                <a:gd name="connsiteY10" fmla="*/ 752052 h 1972545"/>
                <a:gd name="connsiteX11" fmla="*/ 2443572 w 2544134"/>
                <a:gd name="connsiteY11" fmla="*/ 922399 h 1972545"/>
                <a:gd name="connsiteX12" fmla="*/ 2445282 w 2544134"/>
                <a:gd name="connsiteY12" fmla="*/ 939364 h 1972545"/>
                <a:gd name="connsiteX13" fmla="*/ 2508998 w 2544134"/>
                <a:gd name="connsiteY13" fmla="*/ 945787 h 1972545"/>
                <a:gd name="connsiteX14" fmla="*/ 2544134 w 2544134"/>
                <a:gd name="connsiteY14" fmla="*/ 956223 h 1972545"/>
                <a:gd name="connsiteX15" fmla="*/ 2544134 w 2544134"/>
                <a:gd name="connsiteY15" fmla="*/ 1972545 h 1972545"/>
                <a:gd name="connsiteX16" fmla="*/ 354884 w 2544134"/>
                <a:gd name="connsiteY16" fmla="*/ 1972545 h 1972545"/>
                <a:gd name="connsiteX17" fmla="*/ 342134 w 2544134"/>
                <a:gd name="connsiteY17" fmla="*/ 1965625 h 1972545"/>
                <a:gd name="connsiteX18" fmla="*/ 244050 w 2544134"/>
                <a:gd name="connsiteY18" fmla="*/ 1838062 h 1972545"/>
                <a:gd name="connsiteX19" fmla="*/ 241474 w 2544134"/>
                <a:gd name="connsiteY19" fmla="*/ 1812505 h 1972545"/>
                <a:gd name="connsiteX20" fmla="*/ 236764 w 2544134"/>
                <a:gd name="connsiteY20" fmla="*/ 1816784 h 1972545"/>
                <a:gd name="connsiteX21" fmla="*/ 103253 w 2544134"/>
                <a:gd name="connsiteY21" fmla="*/ 1857566 h 1972545"/>
                <a:gd name="connsiteX22" fmla="*/ 10304 w 2544134"/>
                <a:gd name="connsiteY22" fmla="*/ 1838801 h 1972545"/>
                <a:gd name="connsiteX23" fmla="*/ 0 w 2544134"/>
                <a:gd name="connsiteY23" fmla="*/ 1833208 h 1972545"/>
                <a:gd name="connsiteX24" fmla="*/ 0 w 2544134"/>
                <a:gd name="connsiteY24" fmla="*/ 1404340 h 1972545"/>
                <a:gd name="connsiteX25" fmla="*/ 10304 w 2544134"/>
                <a:gd name="connsiteY25" fmla="*/ 1398747 h 1972545"/>
                <a:gd name="connsiteX26" fmla="*/ 103253 w 2544134"/>
                <a:gd name="connsiteY26" fmla="*/ 1379981 h 1972545"/>
                <a:gd name="connsiteX27" fmla="*/ 151378 w 2544134"/>
                <a:gd name="connsiteY27" fmla="*/ 1384832 h 1972545"/>
                <a:gd name="connsiteX28" fmla="*/ 162402 w 2544134"/>
                <a:gd name="connsiteY28" fmla="*/ 1388255 h 1972545"/>
                <a:gd name="connsiteX29" fmla="*/ 159919 w 2544134"/>
                <a:gd name="connsiteY29" fmla="*/ 1363619 h 1972545"/>
                <a:gd name="connsiteX30" fmla="*/ 522221 w 2544134"/>
                <a:gd name="connsiteY30" fmla="*/ 1001317 h 1972545"/>
                <a:gd name="connsiteX31" fmla="*/ 595237 w 2544134"/>
                <a:gd name="connsiteY31" fmla="*/ 1008678 h 1972545"/>
                <a:gd name="connsiteX32" fmla="*/ 617610 w 2544134"/>
                <a:gd name="connsiteY32" fmla="*/ 1015623 h 1972545"/>
                <a:gd name="connsiteX33" fmla="*/ 630288 w 2544134"/>
                <a:gd name="connsiteY33" fmla="*/ 1000258 h 1972545"/>
                <a:gd name="connsiteX34" fmla="*/ 886474 w 2544134"/>
                <a:gd name="connsiteY34" fmla="*/ 894142 h 1972545"/>
                <a:gd name="connsiteX35" fmla="*/ 896697 w 2544134"/>
                <a:gd name="connsiteY35" fmla="*/ 895173 h 1972545"/>
                <a:gd name="connsiteX36" fmla="*/ 889510 w 2544134"/>
                <a:gd name="connsiteY36" fmla="*/ 872020 h 1972545"/>
                <a:gd name="connsiteX37" fmla="*/ 886474 w 2544134"/>
                <a:gd name="connsiteY37" fmla="*/ 841898 h 1972545"/>
                <a:gd name="connsiteX38" fmla="*/ 1005814 w 2544134"/>
                <a:gd name="connsiteY38" fmla="*/ 695472 h 1972545"/>
                <a:gd name="connsiteX39" fmla="*/ 1011986 w 2544134"/>
                <a:gd name="connsiteY39" fmla="*/ 694850 h 1972545"/>
                <a:gd name="connsiteX40" fmla="*/ 1016112 w 2544134"/>
                <a:gd name="connsiteY40" fmla="*/ 653922 h 1972545"/>
                <a:gd name="connsiteX41" fmla="*/ 1301359 w 2544134"/>
                <a:gd name="connsiteY41" fmla="*/ 421440 h 1972545"/>
                <a:gd name="connsiteX42" fmla="*/ 1342724 w 2544134"/>
                <a:gd name="connsiteY42" fmla="*/ 425610 h 197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400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35AEBDB-6E77-465B-802B-2411CB9307EC}"/>
                </a:ext>
              </a:extLst>
            </p:cNvPr>
            <p:cNvGrpSpPr/>
            <p:nvPr userDrawn="1"/>
          </p:nvGrpSpPr>
          <p:grpSpPr>
            <a:xfrm>
              <a:off x="1278074" y="2571749"/>
              <a:ext cx="413353" cy="794587"/>
              <a:chOff x="5304862" y="-789923"/>
              <a:chExt cx="645890" cy="124159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E76A47E-F7A7-4DA1-9B8C-D7B1A60D5D71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21" name="이등변 삼각형 49">
                  <a:extLst>
                    <a:ext uri="{FF2B5EF4-FFF2-40B4-BE49-F238E27FC236}">
                      <a16:creationId xmlns:a16="http://schemas.microsoft.com/office/drawing/2014/main" id="{67190486-51A1-4AB6-8B4F-B570F9832336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2" name="자유형: 도형 21">
                  <a:extLst>
                    <a:ext uri="{FF2B5EF4-FFF2-40B4-BE49-F238E27FC236}">
                      <a16:creationId xmlns:a16="http://schemas.microsoft.com/office/drawing/2014/main" id="{56F15390-B3DB-4D76-834D-291CE0D12AD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3BA87288-70D8-4753-8DAA-8CA1C332EF6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D475AD4-CA04-4B61-9BB4-408BA6A11E05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1B106404-A3F8-4193-8435-FA430BEB5473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9408417A-6F35-4CB8-93DD-4FB5074FE702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3058858D-8ACE-40F2-B778-D2BFBF4553F3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</p:grpSp>
      <p:sp>
        <p:nvSpPr>
          <p:cNvPr id="12" name="Frame 11"/>
          <p:cNvSpPr/>
          <p:nvPr userDrawn="1"/>
        </p:nvSpPr>
        <p:spPr>
          <a:xfrm>
            <a:off x="335360" y="452670"/>
            <a:ext cx="11521280" cy="5952661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51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llo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7968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3EB7A4-0598-4887-ACB7-E8220F8DDFED}"/>
              </a:ext>
            </a:extLst>
          </p:cNvPr>
          <p:cNvGrpSpPr/>
          <p:nvPr userDrawn="1"/>
        </p:nvGrpSpPr>
        <p:grpSpPr>
          <a:xfrm>
            <a:off x="2536949" y="309809"/>
            <a:ext cx="7493412" cy="6184588"/>
            <a:chOff x="1902711" y="497586"/>
            <a:chExt cx="5620059" cy="463844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4167999-582F-4DE1-8524-427663DA86EB}"/>
                </a:ext>
              </a:extLst>
            </p:cNvPr>
            <p:cNvGrpSpPr/>
            <p:nvPr userDrawn="1"/>
          </p:nvGrpSpPr>
          <p:grpSpPr>
            <a:xfrm>
              <a:off x="1902711" y="1537517"/>
              <a:ext cx="5620059" cy="3598510"/>
              <a:chOff x="2401342" y="248706"/>
              <a:chExt cx="5620059" cy="3598510"/>
            </a:xfrm>
            <a:solidFill>
              <a:schemeClr val="bg1"/>
            </a:solidFill>
          </p:grpSpPr>
          <p:sp>
            <p:nvSpPr>
              <p:cNvPr id="54" name="Oval 11">
                <a:extLst>
                  <a:ext uri="{FF2B5EF4-FFF2-40B4-BE49-F238E27FC236}">
                    <a16:creationId xmlns:a16="http://schemas.microsoft.com/office/drawing/2014/main" id="{36E509A3-52CE-4453-9564-E704D9C6F3F0}"/>
                  </a:ext>
                </a:extLst>
              </p:cNvPr>
              <p:cNvSpPr/>
              <p:nvPr userDrawn="1"/>
            </p:nvSpPr>
            <p:spPr>
              <a:xfrm>
                <a:off x="4283968" y="941198"/>
                <a:ext cx="956850" cy="9568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5" name="Oval 11">
                <a:extLst>
                  <a:ext uri="{FF2B5EF4-FFF2-40B4-BE49-F238E27FC236}">
                    <a16:creationId xmlns:a16="http://schemas.microsoft.com/office/drawing/2014/main" id="{D8641ACF-24EC-4119-AF47-45C5E6B69718}"/>
                  </a:ext>
                </a:extLst>
              </p:cNvPr>
              <p:cNvSpPr/>
              <p:nvPr userDrawn="1"/>
            </p:nvSpPr>
            <p:spPr>
              <a:xfrm>
                <a:off x="4080672" y="1386488"/>
                <a:ext cx="491180" cy="4911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:a16="http://schemas.microsoft.com/office/drawing/2014/main" id="{3873CDEC-688A-4EE6-8974-D80E43FF9273}"/>
                  </a:ext>
                </a:extLst>
              </p:cNvPr>
              <p:cNvSpPr/>
              <p:nvPr userDrawn="1"/>
            </p:nvSpPr>
            <p:spPr>
              <a:xfrm>
                <a:off x="3485352" y="1717923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7" name="Oval 11">
                <a:extLst>
                  <a:ext uri="{FF2B5EF4-FFF2-40B4-BE49-F238E27FC236}">
                    <a16:creationId xmlns:a16="http://schemas.microsoft.com/office/drawing/2014/main" id="{B93DE707-F71B-42F6-A0EB-DFC85BA873B2}"/>
                  </a:ext>
                </a:extLst>
              </p:cNvPr>
              <p:cNvSpPr/>
              <p:nvPr userDrawn="1"/>
            </p:nvSpPr>
            <p:spPr>
              <a:xfrm>
                <a:off x="2886827" y="1894030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:a16="http://schemas.microsoft.com/office/drawing/2014/main" id="{3A7AC84B-9DE8-4557-8141-47C15EEBD952}"/>
                  </a:ext>
                </a:extLst>
              </p:cNvPr>
              <p:cNvSpPr/>
              <p:nvPr userDrawn="1"/>
            </p:nvSpPr>
            <p:spPr>
              <a:xfrm>
                <a:off x="2401342" y="251623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9" name="Oval 11">
                <a:extLst>
                  <a:ext uri="{FF2B5EF4-FFF2-40B4-BE49-F238E27FC236}">
                    <a16:creationId xmlns:a16="http://schemas.microsoft.com/office/drawing/2014/main" id="{F200C86F-3147-4417-909C-8AA712602B15}"/>
                  </a:ext>
                </a:extLst>
              </p:cNvPr>
              <p:cNvSpPr/>
              <p:nvPr userDrawn="1"/>
            </p:nvSpPr>
            <p:spPr>
              <a:xfrm>
                <a:off x="3017096" y="279748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:a16="http://schemas.microsoft.com/office/drawing/2014/main" id="{C19D843C-2344-43CD-A232-FDCAF8F43CA5}"/>
                  </a:ext>
                </a:extLst>
              </p:cNvPr>
              <p:cNvSpPr/>
              <p:nvPr userDrawn="1"/>
            </p:nvSpPr>
            <p:spPr>
              <a:xfrm>
                <a:off x="3562974" y="2003019"/>
                <a:ext cx="1844197" cy="184419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1" name="Oval 11">
                <a:extLst>
                  <a:ext uri="{FF2B5EF4-FFF2-40B4-BE49-F238E27FC236}">
                    <a16:creationId xmlns:a16="http://schemas.microsoft.com/office/drawing/2014/main" id="{1D594D95-F75F-4683-A364-E7EFD943F93B}"/>
                  </a:ext>
                </a:extLst>
              </p:cNvPr>
              <p:cNvSpPr/>
              <p:nvPr userDrawn="1"/>
            </p:nvSpPr>
            <p:spPr>
              <a:xfrm>
                <a:off x="4999309" y="3011131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2" name="Oval 11">
                <a:extLst>
                  <a:ext uri="{FF2B5EF4-FFF2-40B4-BE49-F238E27FC236}">
                    <a16:creationId xmlns:a16="http://schemas.microsoft.com/office/drawing/2014/main" id="{95DD39E7-93D6-494C-A36E-247288990A90}"/>
                  </a:ext>
                </a:extLst>
              </p:cNvPr>
              <p:cNvSpPr/>
              <p:nvPr userDrawn="1"/>
            </p:nvSpPr>
            <p:spPr>
              <a:xfrm>
                <a:off x="5653222" y="2981733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3" name="Oval 11">
                <a:extLst>
                  <a:ext uri="{FF2B5EF4-FFF2-40B4-BE49-F238E27FC236}">
                    <a16:creationId xmlns:a16="http://schemas.microsoft.com/office/drawing/2014/main" id="{0724B3EB-D2BA-46AD-9B24-8F61182FFCCE}"/>
                  </a:ext>
                </a:extLst>
              </p:cNvPr>
              <p:cNvSpPr/>
              <p:nvPr userDrawn="1"/>
            </p:nvSpPr>
            <p:spPr>
              <a:xfrm>
                <a:off x="6035666" y="2445747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:a16="http://schemas.microsoft.com/office/drawing/2014/main" id="{BDBBA2C7-3C34-4968-B283-7486C3E66CD2}"/>
                  </a:ext>
                </a:extLst>
              </p:cNvPr>
              <p:cNvSpPr/>
              <p:nvPr userDrawn="1"/>
            </p:nvSpPr>
            <p:spPr>
              <a:xfrm>
                <a:off x="7037784" y="2729409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:a16="http://schemas.microsoft.com/office/drawing/2014/main" id="{1D3596EF-83B2-4D77-9900-8FBA5EF934B2}"/>
                  </a:ext>
                </a:extLst>
              </p:cNvPr>
              <p:cNvSpPr/>
              <p:nvPr userDrawn="1"/>
            </p:nvSpPr>
            <p:spPr>
              <a:xfrm>
                <a:off x="6658215" y="1725625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478452D7-D34C-4072-B618-5EA4D20571B3}"/>
                  </a:ext>
                </a:extLst>
              </p:cNvPr>
              <p:cNvSpPr/>
              <p:nvPr userDrawn="1"/>
            </p:nvSpPr>
            <p:spPr>
              <a:xfrm>
                <a:off x="4702059" y="880592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7" name="Oval 11">
                <a:extLst>
                  <a:ext uri="{FF2B5EF4-FFF2-40B4-BE49-F238E27FC236}">
                    <a16:creationId xmlns:a16="http://schemas.microsoft.com/office/drawing/2014/main" id="{B67A8B79-3441-4CEE-82A3-001ECBD4DD6C}"/>
                  </a:ext>
                </a:extLst>
              </p:cNvPr>
              <p:cNvSpPr/>
              <p:nvPr userDrawn="1"/>
            </p:nvSpPr>
            <p:spPr>
              <a:xfrm>
                <a:off x="5200227" y="115344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8" name="Oval 11">
                <a:extLst>
                  <a:ext uri="{FF2B5EF4-FFF2-40B4-BE49-F238E27FC236}">
                    <a16:creationId xmlns:a16="http://schemas.microsoft.com/office/drawing/2014/main" id="{39EC19EA-7198-4F0B-A95B-49D0CF19C8F2}"/>
                  </a:ext>
                </a:extLst>
              </p:cNvPr>
              <p:cNvSpPr/>
              <p:nvPr userDrawn="1"/>
            </p:nvSpPr>
            <p:spPr>
              <a:xfrm>
                <a:off x="5945245" y="1484448"/>
                <a:ext cx="701108" cy="7011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6F4820F4-E538-4700-880A-FA8685A41A3B}"/>
                  </a:ext>
                </a:extLst>
              </p:cNvPr>
              <p:cNvSpPr/>
              <p:nvPr userDrawn="1"/>
            </p:nvSpPr>
            <p:spPr>
              <a:xfrm>
                <a:off x="6121822" y="179221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413F6B1E-425D-4873-9467-3AC4066BB2ED}"/>
                  </a:ext>
                </a:extLst>
              </p:cNvPr>
              <p:cNvSpPr/>
              <p:nvPr userDrawn="1"/>
            </p:nvSpPr>
            <p:spPr>
              <a:xfrm>
                <a:off x="4251327" y="1369850"/>
                <a:ext cx="2136016" cy="2136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71" name="사다리꼴 70">
                <a:extLst>
                  <a:ext uri="{FF2B5EF4-FFF2-40B4-BE49-F238E27FC236}">
                    <a16:creationId xmlns:a16="http://schemas.microsoft.com/office/drawing/2014/main" id="{B0CB0B17-591E-4DAC-A92C-EBD6A95CAE9D}"/>
                  </a:ext>
                </a:extLst>
              </p:cNvPr>
              <p:cNvSpPr/>
              <p:nvPr userDrawn="1"/>
            </p:nvSpPr>
            <p:spPr>
              <a:xfrm>
                <a:off x="4765704" y="248706"/>
                <a:ext cx="608632" cy="1216152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273FAE2-233C-451C-ABAD-157761C173D3}"/>
                </a:ext>
              </a:extLst>
            </p:cNvPr>
            <p:cNvGrpSpPr/>
            <p:nvPr userDrawn="1"/>
          </p:nvGrpSpPr>
          <p:grpSpPr>
            <a:xfrm>
              <a:off x="4249055" y="497586"/>
              <a:ext cx="645890" cy="1241591"/>
              <a:chOff x="5304862" y="-789923"/>
              <a:chExt cx="645890" cy="1241591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F294317C-D093-4716-BC39-F4EDB7B3713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8" name="이등변 삼각형 49">
                  <a:extLst>
                    <a:ext uri="{FF2B5EF4-FFF2-40B4-BE49-F238E27FC236}">
                      <a16:creationId xmlns:a16="http://schemas.microsoft.com/office/drawing/2014/main" id="{28122585-D90D-4D44-AC50-0A8C9106EF95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CA4A1B48-5DCF-4240-B908-5565A0B620C1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28D35705-FE6E-444A-A4F2-216FB36C2D3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</p:grpSp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833271DD-6F14-4B18-BE97-D6CF7744263D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32141932-F9EE-4187-BBBC-79F2AADC7FB5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C4A28A23-9A45-480D-9AE0-AC8E03B407E4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E5282C72-98DB-48D8-88FE-2DFA994D4B88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488076" y="3909054"/>
            <a:ext cx="5193248" cy="7680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87879" y="4773149"/>
            <a:ext cx="5193248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8714128" y="1472678"/>
            <a:ext cx="897131" cy="64828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798603" y="2910860"/>
            <a:ext cx="699460" cy="50544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2010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4943873" y="1604120"/>
            <a:ext cx="2281332" cy="4801211"/>
            <a:chOff x="3797105" y="1404992"/>
            <a:chExt cx="1548895" cy="3471014"/>
          </a:xfrm>
        </p:grpSpPr>
        <p:sp>
          <p:nvSpPr>
            <p:cNvPr id="9" name="Rectangle 8"/>
            <p:cNvSpPr/>
            <p:nvPr userDrawn="1"/>
          </p:nvSpPr>
          <p:spPr>
            <a:xfrm>
              <a:off x="3797105" y="1909048"/>
              <a:ext cx="1548000" cy="246290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3797105" y="1404992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3798000" y="4371950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049636" y="1749575"/>
            <a:ext cx="2064000" cy="24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45380" y="1702100"/>
            <a:ext cx="2064000" cy="24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41124" y="1702100"/>
            <a:ext cx="2064000" cy="24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658148" y="1702100"/>
            <a:ext cx="2064000" cy="24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20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353892" y="1702100"/>
            <a:ext cx="2064000" cy="24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65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4677139"/>
            <a:ext cx="12192000" cy="21808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67" y="1438674"/>
            <a:ext cx="4497771" cy="544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755105" y="1622871"/>
            <a:ext cx="2593953" cy="4006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891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5123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4800" y="1316766"/>
            <a:ext cx="8584243" cy="436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11696" y="5682850"/>
            <a:ext cx="11568608" cy="722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213786" y="1873324"/>
            <a:ext cx="4114129" cy="3042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078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24943D91-C407-41C1-8574-76661B57139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864087" y="1908313"/>
            <a:ext cx="3424579" cy="3040360"/>
          </a:xfrm>
          <a:custGeom>
            <a:avLst/>
            <a:gdLst>
              <a:gd name="connsiteX0" fmla="*/ 125450 w 2568434"/>
              <a:gd name="connsiteY0" fmla="*/ 111684 h 2280270"/>
              <a:gd name="connsiteX1" fmla="*/ 2442984 w 2568434"/>
              <a:gd name="connsiteY1" fmla="*/ 111684 h 2280270"/>
              <a:gd name="connsiteX2" fmla="*/ 2442984 w 2568434"/>
              <a:gd name="connsiteY2" fmla="*/ 2168586 h 2280270"/>
              <a:gd name="connsiteX3" fmla="*/ 125450 w 2568434"/>
              <a:gd name="connsiteY3" fmla="*/ 2168586 h 2280270"/>
              <a:gd name="connsiteX4" fmla="*/ 96085 w 2568434"/>
              <a:gd name="connsiteY4" fmla="*/ 82319 h 2280270"/>
              <a:gd name="connsiteX5" fmla="*/ 96085 w 2568434"/>
              <a:gd name="connsiteY5" fmla="*/ 2197951 h 2280270"/>
              <a:gd name="connsiteX6" fmla="*/ 2472349 w 2568434"/>
              <a:gd name="connsiteY6" fmla="*/ 2197951 h 2280270"/>
              <a:gd name="connsiteX7" fmla="*/ 2472349 w 2568434"/>
              <a:gd name="connsiteY7" fmla="*/ 82319 h 2280270"/>
              <a:gd name="connsiteX8" fmla="*/ 0 w 2568434"/>
              <a:gd name="connsiteY8" fmla="*/ 0 h 2280270"/>
              <a:gd name="connsiteX9" fmla="*/ 2568434 w 2568434"/>
              <a:gd name="connsiteY9" fmla="*/ 0 h 2280270"/>
              <a:gd name="connsiteX10" fmla="*/ 2568434 w 2568434"/>
              <a:gd name="connsiteY10" fmla="*/ 2280270 h 2280270"/>
              <a:gd name="connsiteX11" fmla="*/ 0 w 2568434"/>
              <a:gd name="connsiteY11" fmla="*/ 2280270 h 228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68434" h="2280270">
                <a:moveTo>
                  <a:pt x="125450" y="111684"/>
                </a:moveTo>
                <a:lnTo>
                  <a:pt x="2442984" y="111684"/>
                </a:lnTo>
                <a:lnTo>
                  <a:pt x="2442984" y="2168586"/>
                </a:lnTo>
                <a:lnTo>
                  <a:pt x="125450" y="2168586"/>
                </a:lnTo>
                <a:close/>
                <a:moveTo>
                  <a:pt x="96085" y="82319"/>
                </a:moveTo>
                <a:lnTo>
                  <a:pt x="96085" y="2197951"/>
                </a:lnTo>
                <a:lnTo>
                  <a:pt x="2472349" y="2197951"/>
                </a:lnTo>
                <a:lnTo>
                  <a:pt x="2472349" y="82319"/>
                </a:lnTo>
                <a:close/>
                <a:moveTo>
                  <a:pt x="0" y="0"/>
                </a:moveTo>
                <a:lnTo>
                  <a:pt x="2568434" y="0"/>
                </a:lnTo>
                <a:lnTo>
                  <a:pt x="2568434" y="2280270"/>
                </a:lnTo>
                <a:lnTo>
                  <a:pt x="0" y="2280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D19E2BEF-0357-4B60-8F97-1B4CBD18E02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0272000" y="4938000"/>
            <a:ext cx="1920000" cy="192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C69723CC-367A-47C2-9C98-4E37F9539DB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944085" y="0"/>
            <a:ext cx="1920000" cy="192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787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92000" cy="4102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208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836337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955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C15B180-CBF0-499C-A764-95FA7614AC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9312000" y="-1"/>
            <a:ext cx="2880000" cy="6858001"/>
          </a:xfrm>
          <a:custGeom>
            <a:avLst/>
            <a:gdLst>
              <a:gd name="connsiteX0" fmla="*/ 0 w 2160000"/>
              <a:gd name="connsiteY0" fmla="*/ 1425596 h 5143501"/>
              <a:gd name="connsiteX1" fmla="*/ 651889 w 2160000"/>
              <a:gd name="connsiteY1" fmla="*/ 2077485 h 5143501"/>
              <a:gd name="connsiteX2" fmla="*/ 0 w 2160000"/>
              <a:gd name="connsiteY2" fmla="*/ 2729373 h 5143501"/>
              <a:gd name="connsiteX3" fmla="*/ 0 w 2160000"/>
              <a:gd name="connsiteY3" fmla="*/ 0 h 5143501"/>
              <a:gd name="connsiteX4" fmla="*/ 2160000 w 2160000"/>
              <a:gd name="connsiteY4" fmla="*/ 0 h 5143501"/>
              <a:gd name="connsiteX5" fmla="*/ 2160000 w 2160000"/>
              <a:gd name="connsiteY5" fmla="*/ 5143501 h 5143501"/>
              <a:gd name="connsiteX6" fmla="*/ 0 w 2160000"/>
              <a:gd name="connsiteY6" fmla="*/ 5143501 h 5143501"/>
              <a:gd name="connsiteX7" fmla="*/ 0 w 2160000"/>
              <a:gd name="connsiteY7" fmla="*/ 2856759 h 5143501"/>
              <a:gd name="connsiteX8" fmla="*/ 779274 w 2160000"/>
              <a:gd name="connsiteY8" fmla="*/ 2077485 h 5143501"/>
              <a:gd name="connsiteX9" fmla="*/ 0 w 2160000"/>
              <a:gd name="connsiteY9" fmla="*/ 129821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0000" h="5143501">
                <a:moveTo>
                  <a:pt x="0" y="1425596"/>
                </a:moveTo>
                <a:lnTo>
                  <a:pt x="651889" y="2077485"/>
                </a:lnTo>
                <a:lnTo>
                  <a:pt x="0" y="2729373"/>
                </a:lnTo>
                <a:close/>
                <a:moveTo>
                  <a:pt x="0" y="0"/>
                </a:moveTo>
                <a:lnTo>
                  <a:pt x="2160000" y="0"/>
                </a:lnTo>
                <a:lnTo>
                  <a:pt x="2160000" y="5143501"/>
                </a:lnTo>
                <a:lnTo>
                  <a:pt x="0" y="5143501"/>
                </a:lnTo>
                <a:lnTo>
                  <a:pt x="0" y="2856759"/>
                </a:lnTo>
                <a:lnTo>
                  <a:pt x="779274" y="2077485"/>
                </a:lnTo>
                <a:lnTo>
                  <a:pt x="0" y="12982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1FA03D3A-E0EA-4B8F-B538-58CE5D4DB32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312005" y="2841757"/>
            <a:ext cx="2880000" cy="4016243"/>
          </a:xfrm>
          <a:custGeom>
            <a:avLst/>
            <a:gdLst>
              <a:gd name="connsiteX0" fmla="*/ 1563187 w 2160000"/>
              <a:gd name="connsiteY0" fmla="*/ 0 h 3012182"/>
              <a:gd name="connsiteX1" fmla="*/ 2160000 w 2160000"/>
              <a:gd name="connsiteY1" fmla="*/ 0 h 3012182"/>
              <a:gd name="connsiteX2" fmla="*/ 2160000 w 2160000"/>
              <a:gd name="connsiteY2" fmla="*/ 596813 h 3012182"/>
              <a:gd name="connsiteX3" fmla="*/ 0 w 2160000"/>
              <a:gd name="connsiteY3" fmla="*/ 0 h 3012182"/>
              <a:gd name="connsiteX4" fmla="*/ 1435802 w 2160000"/>
              <a:gd name="connsiteY4" fmla="*/ 0 h 3012182"/>
              <a:gd name="connsiteX5" fmla="*/ 2160000 w 2160000"/>
              <a:gd name="connsiteY5" fmla="*/ 724199 h 3012182"/>
              <a:gd name="connsiteX6" fmla="*/ 2160000 w 2160000"/>
              <a:gd name="connsiteY6" fmla="*/ 3012182 h 3012182"/>
              <a:gd name="connsiteX7" fmla="*/ 0 w 2160000"/>
              <a:gd name="connsiteY7" fmla="*/ 3012182 h 301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000" h="3012182">
                <a:moveTo>
                  <a:pt x="1563187" y="0"/>
                </a:moveTo>
                <a:lnTo>
                  <a:pt x="2160000" y="0"/>
                </a:lnTo>
                <a:lnTo>
                  <a:pt x="2160000" y="596813"/>
                </a:lnTo>
                <a:close/>
                <a:moveTo>
                  <a:pt x="0" y="0"/>
                </a:moveTo>
                <a:lnTo>
                  <a:pt x="1435802" y="0"/>
                </a:lnTo>
                <a:lnTo>
                  <a:pt x="2160000" y="724199"/>
                </a:lnTo>
                <a:lnTo>
                  <a:pt x="2160000" y="3012182"/>
                </a:lnTo>
                <a:lnTo>
                  <a:pt x="0" y="30121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56000" y="2841757"/>
            <a:ext cx="1536011" cy="40162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1EBCCB12-3AC7-4A57-8E11-5324E7CB7D0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56000" y="-1"/>
            <a:ext cx="4525107" cy="2724647"/>
          </a:xfrm>
          <a:custGeom>
            <a:avLst/>
            <a:gdLst>
              <a:gd name="connsiteX0" fmla="*/ 3393830 w 3393830"/>
              <a:gd name="connsiteY0" fmla="*/ 1435011 h 2043485"/>
              <a:gd name="connsiteX1" fmla="*/ 3393830 w 3393830"/>
              <a:gd name="connsiteY1" fmla="*/ 2043485 h 2043485"/>
              <a:gd name="connsiteX2" fmla="*/ 2785356 w 3393830"/>
              <a:gd name="connsiteY2" fmla="*/ 2043485 h 2043485"/>
              <a:gd name="connsiteX3" fmla="*/ 0 w 3393830"/>
              <a:gd name="connsiteY3" fmla="*/ 0 h 2043485"/>
              <a:gd name="connsiteX4" fmla="*/ 3393830 w 3393830"/>
              <a:gd name="connsiteY4" fmla="*/ 0 h 2043485"/>
              <a:gd name="connsiteX5" fmla="*/ 3393830 w 3393830"/>
              <a:gd name="connsiteY5" fmla="*/ 1307626 h 2043485"/>
              <a:gd name="connsiteX6" fmla="*/ 2657971 w 3393830"/>
              <a:gd name="connsiteY6" fmla="*/ 2043485 h 2043485"/>
              <a:gd name="connsiteX7" fmla="*/ 0 w 3393830"/>
              <a:gd name="connsiteY7" fmla="*/ 2043485 h 20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3830" h="2043485">
                <a:moveTo>
                  <a:pt x="3393830" y="1435011"/>
                </a:moveTo>
                <a:lnTo>
                  <a:pt x="3393830" y="2043485"/>
                </a:lnTo>
                <a:lnTo>
                  <a:pt x="2785356" y="2043485"/>
                </a:lnTo>
                <a:close/>
                <a:moveTo>
                  <a:pt x="0" y="0"/>
                </a:moveTo>
                <a:lnTo>
                  <a:pt x="3393830" y="0"/>
                </a:lnTo>
                <a:lnTo>
                  <a:pt x="3393830" y="1307626"/>
                </a:lnTo>
                <a:lnTo>
                  <a:pt x="2657971" y="2043485"/>
                </a:lnTo>
                <a:lnTo>
                  <a:pt x="0" y="2043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727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6F099B2E-9C61-4C91-AB24-AB7B70E2D2E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9735105" y="1993507"/>
            <a:ext cx="2454575" cy="4865768"/>
          </a:xfrm>
          <a:custGeom>
            <a:avLst/>
            <a:gdLst>
              <a:gd name="connsiteX0" fmla="*/ 540722 w 1840931"/>
              <a:gd name="connsiteY0" fmla="*/ 1288720 h 3649326"/>
              <a:gd name="connsiteX1" fmla="*/ 1084110 w 1840931"/>
              <a:gd name="connsiteY1" fmla="*/ 1832108 h 3649326"/>
              <a:gd name="connsiteX2" fmla="*/ 548200 w 1840931"/>
              <a:gd name="connsiteY2" fmla="*/ 2368018 h 3649326"/>
              <a:gd name="connsiteX3" fmla="*/ 0 w 1840931"/>
              <a:gd name="connsiteY3" fmla="*/ 1824663 h 3649326"/>
              <a:gd name="connsiteX4" fmla="*/ 1840931 w 1840931"/>
              <a:gd name="connsiteY4" fmla="*/ 0 h 3649326"/>
              <a:gd name="connsiteX5" fmla="*/ 1840931 w 1840931"/>
              <a:gd name="connsiteY5" fmla="*/ 3649326 h 3649326"/>
              <a:gd name="connsiteX6" fmla="*/ 609809 w 1840931"/>
              <a:gd name="connsiteY6" fmla="*/ 2429083 h 3649326"/>
              <a:gd name="connsiteX7" fmla="*/ 1206783 w 1840931"/>
              <a:gd name="connsiteY7" fmla="*/ 1832108 h 3649326"/>
              <a:gd name="connsiteX8" fmla="*/ 602331 w 1840931"/>
              <a:gd name="connsiteY8" fmla="*/ 1227655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0931" h="3649326">
                <a:moveTo>
                  <a:pt x="540722" y="1288720"/>
                </a:moveTo>
                <a:lnTo>
                  <a:pt x="1084110" y="1832108"/>
                </a:lnTo>
                <a:lnTo>
                  <a:pt x="548200" y="2368018"/>
                </a:lnTo>
                <a:lnTo>
                  <a:pt x="0" y="1824663"/>
                </a:lnTo>
                <a:close/>
                <a:moveTo>
                  <a:pt x="1840931" y="0"/>
                </a:moveTo>
                <a:lnTo>
                  <a:pt x="1840931" y="3649326"/>
                </a:lnTo>
                <a:lnTo>
                  <a:pt x="609809" y="2429083"/>
                </a:lnTo>
                <a:lnTo>
                  <a:pt x="1206783" y="1832108"/>
                </a:lnTo>
                <a:lnTo>
                  <a:pt x="602331" y="1227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02450FB2-6A00-42CF-B869-69B7A802C2C5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7301842" y="4514695"/>
            <a:ext cx="4707717" cy="2358672"/>
          </a:xfrm>
          <a:custGeom>
            <a:avLst/>
            <a:gdLst>
              <a:gd name="connsiteX0" fmla="*/ 2368610 w 3530788"/>
              <a:gd name="connsiteY0" fmla="*/ 604337 h 1769004"/>
              <a:gd name="connsiteX1" fmla="*/ 3530788 w 3530788"/>
              <a:gd name="connsiteY1" fmla="*/ 1761052 h 1769004"/>
              <a:gd name="connsiteX2" fmla="*/ 0 w 3530788"/>
              <a:gd name="connsiteY2" fmla="*/ 1769004 h 1769004"/>
              <a:gd name="connsiteX3" fmla="*/ 1159186 w 3530788"/>
              <a:gd name="connsiteY3" fmla="*/ 604826 h 1769004"/>
              <a:gd name="connsiteX4" fmla="*/ 1763653 w 3530788"/>
              <a:gd name="connsiteY4" fmla="*/ 1209294 h 1769004"/>
              <a:gd name="connsiteX5" fmla="*/ 1761418 w 3530788"/>
              <a:gd name="connsiteY5" fmla="*/ 0 h 1769004"/>
              <a:gd name="connsiteX6" fmla="*/ 2307129 w 3530788"/>
              <a:gd name="connsiteY6" fmla="*/ 543145 h 1769004"/>
              <a:gd name="connsiteX7" fmla="*/ 1763653 w 3530788"/>
              <a:gd name="connsiteY7" fmla="*/ 1086621 h 1769004"/>
              <a:gd name="connsiteX8" fmla="*/ 1220390 w 3530788"/>
              <a:gd name="connsiteY8" fmla="*/ 543358 h 176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30788" h="1769004">
                <a:moveTo>
                  <a:pt x="2368610" y="604337"/>
                </a:moveTo>
                <a:lnTo>
                  <a:pt x="3530788" y="1761052"/>
                </a:lnTo>
                <a:lnTo>
                  <a:pt x="0" y="1769004"/>
                </a:lnTo>
                <a:lnTo>
                  <a:pt x="1159186" y="604826"/>
                </a:lnTo>
                <a:lnTo>
                  <a:pt x="1763653" y="1209294"/>
                </a:lnTo>
                <a:close/>
                <a:moveTo>
                  <a:pt x="1761418" y="0"/>
                </a:moveTo>
                <a:lnTo>
                  <a:pt x="2307129" y="543145"/>
                </a:lnTo>
                <a:lnTo>
                  <a:pt x="1763653" y="1086621"/>
                </a:lnTo>
                <a:lnTo>
                  <a:pt x="1220390" y="5433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818F7804-9A99-482C-9BFA-8B2E895ADDDC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4655242" y="1993507"/>
            <a:ext cx="4909149" cy="4865768"/>
          </a:xfrm>
          <a:custGeom>
            <a:avLst/>
            <a:gdLst>
              <a:gd name="connsiteX0" fmla="*/ 3143876 w 3681862"/>
              <a:gd name="connsiteY0" fmla="*/ 1291431 h 3649326"/>
              <a:gd name="connsiteX1" fmla="*/ 3681862 w 3681862"/>
              <a:gd name="connsiteY1" fmla="*/ 1824663 h 3649326"/>
              <a:gd name="connsiteX2" fmla="*/ 3136398 w 3681862"/>
              <a:gd name="connsiteY2" fmla="*/ 2365307 h 3649326"/>
              <a:gd name="connsiteX3" fmla="*/ 2603199 w 3681862"/>
              <a:gd name="connsiteY3" fmla="*/ 1832108 h 3649326"/>
              <a:gd name="connsiteX4" fmla="*/ 1840931 w 3681862"/>
              <a:gd name="connsiteY4" fmla="*/ 0 h 3649326"/>
              <a:gd name="connsiteX5" fmla="*/ 3082267 w 3681862"/>
              <a:gd name="connsiteY5" fmla="*/ 1230367 h 3649326"/>
              <a:gd name="connsiteX6" fmla="*/ 2480526 w 3681862"/>
              <a:gd name="connsiteY6" fmla="*/ 1832108 h 3649326"/>
              <a:gd name="connsiteX7" fmla="*/ 3074789 w 3681862"/>
              <a:gd name="connsiteY7" fmla="*/ 2426371 h 3649326"/>
              <a:gd name="connsiteX8" fmla="*/ 1840931 w 3681862"/>
              <a:gd name="connsiteY8" fmla="*/ 3649326 h 3649326"/>
              <a:gd name="connsiteX9" fmla="*/ 0 w 3681862"/>
              <a:gd name="connsiteY9" fmla="*/ 1824663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862" h="3649326">
                <a:moveTo>
                  <a:pt x="3143876" y="1291431"/>
                </a:moveTo>
                <a:lnTo>
                  <a:pt x="3681862" y="1824663"/>
                </a:lnTo>
                <a:lnTo>
                  <a:pt x="3136398" y="2365307"/>
                </a:lnTo>
                <a:lnTo>
                  <a:pt x="2603199" y="1832108"/>
                </a:lnTo>
                <a:close/>
                <a:moveTo>
                  <a:pt x="1840931" y="0"/>
                </a:moveTo>
                <a:lnTo>
                  <a:pt x="3082267" y="1230367"/>
                </a:lnTo>
                <a:lnTo>
                  <a:pt x="2480526" y="1832108"/>
                </a:lnTo>
                <a:lnTo>
                  <a:pt x="3074789" y="2426371"/>
                </a:lnTo>
                <a:lnTo>
                  <a:pt x="1840931" y="3649326"/>
                </a:lnTo>
                <a:lnTo>
                  <a:pt x="0" y="18246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9353D25-D7C0-4FC1-88CF-A55DAFC5690D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7195824" y="-15091"/>
            <a:ext cx="4909149" cy="4356885"/>
          </a:xfrm>
          <a:custGeom>
            <a:avLst/>
            <a:gdLst>
              <a:gd name="connsiteX0" fmla="*/ 1843166 w 3681862"/>
              <a:gd name="connsiteY0" fmla="*/ 2193152 h 3267664"/>
              <a:gd name="connsiteX1" fmla="*/ 2381694 w 3681862"/>
              <a:gd name="connsiteY1" fmla="*/ 2731680 h 3267664"/>
              <a:gd name="connsiteX2" fmla="*/ 1840931 w 3681862"/>
              <a:gd name="connsiteY2" fmla="*/ 3267664 h 3267664"/>
              <a:gd name="connsiteX3" fmla="*/ 1302413 w 3681862"/>
              <a:gd name="connsiteY3" fmla="*/ 2733905 h 3267664"/>
              <a:gd name="connsiteX4" fmla="*/ 1467221 w 3681862"/>
              <a:gd name="connsiteY4" fmla="*/ 0 h 3267664"/>
              <a:gd name="connsiteX5" fmla="*/ 2284092 w 3681862"/>
              <a:gd name="connsiteY5" fmla="*/ 19269 h 3267664"/>
              <a:gd name="connsiteX6" fmla="*/ 3681862 w 3681862"/>
              <a:gd name="connsiteY6" fmla="*/ 1443001 h 3267664"/>
              <a:gd name="connsiteX7" fmla="*/ 2443303 w 3681862"/>
              <a:gd name="connsiteY7" fmla="*/ 2670616 h 3267664"/>
              <a:gd name="connsiteX8" fmla="*/ 1843166 w 3681862"/>
              <a:gd name="connsiteY8" fmla="*/ 2070479 h 3267664"/>
              <a:gd name="connsiteX9" fmla="*/ 1240805 w 3681862"/>
              <a:gd name="connsiteY9" fmla="*/ 2672841 h 3267664"/>
              <a:gd name="connsiteX10" fmla="*/ 0 w 3681862"/>
              <a:gd name="connsiteY10" fmla="*/ 1443001 h 326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1862" h="3267664">
                <a:moveTo>
                  <a:pt x="1843166" y="2193152"/>
                </a:moveTo>
                <a:lnTo>
                  <a:pt x="2381694" y="2731680"/>
                </a:lnTo>
                <a:lnTo>
                  <a:pt x="1840931" y="3267664"/>
                </a:lnTo>
                <a:lnTo>
                  <a:pt x="1302413" y="2733905"/>
                </a:lnTo>
                <a:close/>
                <a:moveTo>
                  <a:pt x="1467221" y="0"/>
                </a:moveTo>
                <a:cubicBezTo>
                  <a:pt x="1832276" y="3773"/>
                  <a:pt x="1919036" y="-406"/>
                  <a:pt x="2284092" y="19269"/>
                </a:cubicBezTo>
                <a:lnTo>
                  <a:pt x="3681862" y="1443001"/>
                </a:lnTo>
                <a:lnTo>
                  <a:pt x="2443303" y="2670616"/>
                </a:lnTo>
                <a:lnTo>
                  <a:pt x="1843166" y="2070479"/>
                </a:lnTo>
                <a:lnTo>
                  <a:pt x="1240805" y="2672841"/>
                </a:lnTo>
                <a:lnTo>
                  <a:pt x="0" y="1443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045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27382" y="1689609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27382" y="4101075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2548907" y="1689609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2548907" y="4101075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648072" y="1689609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7648074" y="4101075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9669598" y="1689609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idx="21" hasCustomPrompt="1"/>
          </p:nvPr>
        </p:nvSpPr>
        <p:spPr>
          <a:xfrm>
            <a:off x="9669598" y="4101075"/>
            <a:ext cx="1920213" cy="2304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4570431" y="1700807"/>
            <a:ext cx="2976331" cy="47045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092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2442208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472011" y="1508786"/>
            <a:ext cx="3799787" cy="486556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709243" y="1796667"/>
            <a:ext cx="144693" cy="4320631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3456857" y="1650935"/>
            <a:ext cx="669775" cy="669775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0911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8FC8354-3614-4B74-99C3-7F713CD99E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7E59C1-6C04-482C-932F-880F7871FEFA}"/>
              </a:ext>
            </a:extLst>
          </p:cNvPr>
          <p:cNvCxnSpPr/>
          <p:nvPr userDrawn="1"/>
        </p:nvCxnSpPr>
        <p:spPr>
          <a:xfrm>
            <a:off x="688157" y="980958"/>
            <a:ext cx="108339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509" y="104124"/>
            <a:ext cx="1910502" cy="107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83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880D37F-54CD-4A64-AE74-8B540B1A9E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42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575BD9-E65C-4A82-84BD-A691921546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35B0B84-2E7D-4256-B058-4F19DD201DAB}"/>
              </a:ext>
            </a:extLst>
          </p:cNvPr>
          <p:cNvSpPr txBox="1">
            <a:spLocks/>
          </p:cNvSpPr>
          <p:nvPr userDrawn="1"/>
        </p:nvSpPr>
        <p:spPr>
          <a:xfrm>
            <a:off x="669899" y="4602615"/>
            <a:ext cx="6177699" cy="308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PT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Pelita</a:t>
            </a:r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 Indonesia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Djaya</a:t>
            </a:r>
            <a:endParaRPr lang="en-US" sz="1600" b="1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617AB4C-3D48-4394-9BA1-33906F859EFB}"/>
              </a:ext>
            </a:extLst>
          </p:cNvPr>
          <p:cNvSpPr txBox="1">
            <a:spLocks/>
          </p:cNvSpPr>
          <p:nvPr userDrawn="1"/>
        </p:nvSpPr>
        <p:spPr>
          <a:xfrm>
            <a:off x="669898" y="4849783"/>
            <a:ext cx="3402481" cy="382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  <a:latin typeface="Fira Sans" panose="020B0503050000020004" pitchFamily="34" charset="0"/>
              </a:rPr>
              <a:t>www.pelniservices.com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349" y="1941922"/>
            <a:ext cx="4916078" cy="49160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001" y="349218"/>
            <a:ext cx="1984311" cy="111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8FC8354-3614-4B74-99C3-7F713CD99E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7E59C1-6C04-482C-932F-880F7871FEFA}"/>
              </a:ext>
            </a:extLst>
          </p:cNvPr>
          <p:cNvCxnSpPr/>
          <p:nvPr userDrawn="1"/>
        </p:nvCxnSpPr>
        <p:spPr>
          <a:xfrm>
            <a:off x="688157" y="980958"/>
            <a:ext cx="108339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509" y="104124"/>
            <a:ext cx="1910502" cy="107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6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12C459-928C-4B8D-BBFE-87B5B4F88B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42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BCC5C4-7F1F-436D-A173-D781DF0C266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F2812164-A2E9-4292-A3C0-D3158206BE9C}"/>
              </a:ext>
            </a:extLst>
          </p:cNvPr>
          <p:cNvSpPr txBox="1">
            <a:spLocks/>
          </p:cNvSpPr>
          <p:nvPr userDrawn="1"/>
        </p:nvSpPr>
        <p:spPr>
          <a:xfrm>
            <a:off x="669898" y="1946956"/>
            <a:ext cx="6177699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>
                <a:solidFill>
                  <a:schemeClr val="bg1"/>
                </a:solidFill>
                <a:latin typeface="Fira Sans" panose="020B0503050000020004" pitchFamily="34" charset="0"/>
              </a:rPr>
              <a:t>Thank You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F3EF4AD-582F-4599-B415-16CFE72581DA}"/>
              </a:ext>
            </a:extLst>
          </p:cNvPr>
          <p:cNvSpPr txBox="1">
            <a:spLocks/>
          </p:cNvSpPr>
          <p:nvPr userDrawn="1"/>
        </p:nvSpPr>
        <p:spPr>
          <a:xfrm>
            <a:off x="679325" y="3495208"/>
            <a:ext cx="6177699" cy="325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PT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Pelita</a:t>
            </a:r>
            <a:r>
              <a:rPr lang="en-US" sz="1600" b="1">
                <a:solidFill>
                  <a:schemeClr val="bg1"/>
                </a:solidFill>
                <a:latin typeface="Fira Sans" panose="020B0503050000020004" pitchFamily="34" charset="0"/>
              </a:rPr>
              <a:t> Indonesia </a:t>
            </a:r>
            <a:r>
              <a:rPr lang="en-US" sz="1600" b="1" err="1">
                <a:solidFill>
                  <a:schemeClr val="bg1"/>
                </a:solidFill>
                <a:latin typeface="Fira Sans" panose="020B0503050000020004" pitchFamily="34" charset="0"/>
              </a:rPr>
              <a:t>Djaya</a:t>
            </a:r>
            <a:endParaRPr lang="en-US" sz="1600" b="1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1363075-1365-4EAF-9643-BE9F3673D136}"/>
              </a:ext>
            </a:extLst>
          </p:cNvPr>
          <p:cNvSpPr txBox="1">
            <a:spLocks/>
          </p:cNvSpPr>
          <p:nvPr userDrawn="1"/>
        </p:nvSpPr>
        <p:spPr>
          <a:xfrm>
            <a:off x="679325" y="4925199"/>
            <a:ext cx="3402481" cy="382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  <a:latin typeface="Fira Sans" panose="020B0503050000020004" pitchFamily="34" charset="0"/>
              </a:rPr>
              <a:t>www.pelniservices.com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679325" y="3786654"/>
            <a:ext cx="6096000" cy="11757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fi-FI" sz="160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Jl. Letjen Suprapto, Ruko Cempaka Mas Blok Q No 5 Cempaka Putih - Jakarta Pusat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fi-FI" sz="160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Telp. 021 -  428837 20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fi-FI" sz="160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E-mail. corporate.pidc@pidc.co.id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349" y="1941922"/>
            <a:ext cx="4916078" cy="49160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001" y="349218"/>
            <a:ext cx="1984311" cy="111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4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768" r:id="rId2"/>
    <p:sldLayoutId id="2147483667" r:id="rId3"/>
    <p:sldLayoutId id="2147483649" r:id="rId4"/>
    <p:sldLayoutId id="214748365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94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767" r:id="rId17"/>
    <p:sldLayoutId id="2147483662" r:id="rId18"/>
    <p:sldLayoutId id="2147483695" r:id="rId19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ED6742-F458-4FAC-AD03-BAA13F5132D1}"/>
              </a:ext>
            </a:extLst>
          </p:cNvPr>
          <p:cNvSpPr txBox="1">
            <a:spLocks/>
          </p:cNvSpPr>
          <p:nvPr/>
        </p:nvSpPr>
        <p:spPr>
          <a:xfrm>
            <a:off x="609600" y="2421774"/>
            <a:ext cx="9471101" cy="658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  <a:latin typeface="Aptos Display" panose="020B0004020202020204" pitchFamily="34" charset="0"/>
              </a:rPr>
              <a:t>Title</a:t>
            </a:r>
            <a:endParaRPr lang="en-US" sz="3600" b="1" dirty="0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ED6742-F458-4FAC-AD03-BAA13F5132D1}"/>
              </a:ext>
            </a:extLst>
          </p:cNvPr>
          <p:cNvSpPr txBox="1">
            <a:spLocks/>
          </p:cNvSpPr>
          <p:nvPr/>
        </p:nvSpPr>
        <p:spPr>
          <a:xfrm>
            <a:off x="1251858" y="4582886"/>
            <a:ext cx="9144000" cy="658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4A82C1-9DFD-F4E9-7570-5586ADE3BDEE}"/>
              </a:ext>
            </a:extLst>
          </p:cNvPr>
          <p:cNvSpPr/>
          <p:nvPr/>
        </p:nvSpPr>
        <p:spPr>
          <a:xfrm>
            <a:off x="609601" y="4582886"/>
            <a:ext cx="2666999" cy="544285"/>
          </a:xfrm>
          <a:prstGeom prst="rect">
            <a:avLst/>
          </a:prstGeom>
          <a:solidFill>
            <a:srgbClr val="274289"/>
          </a:solidFill>
          <a:ln>
            <a:solidFill>
              <a:srgbClr val="2742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9A4D3-CB9B-DC6D-4463-C8F6CD8BBE9F}"/>
              </a:ext>
            </a:extLst>
          </p:cNvPr>
          <p:cNvSpPr txBox="1"/>
          <p:nvPr/>
        </p:nvSpPr>
        <p:spPr>
          <a:xfrm>
            <a:off x="612320" y="3080084"/>
            <a:ext cx="6101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PT Pelita Indonesia </a:t>
            </a:r>
            <a:r>
              <a:rPr lang="en-US" sz="2400" dirty="0" err="1">
                <a:solidFill>
                  <a:schemeClr val="bg1"/>
                </a:solidFill>
              </a:rPr>
              <a:t>Djaya</a:t>
            </a:r>
            <a:r>
              <a:rPr lang="en-US" sz="2400" dirty="0">
                <a:solidFill>
                  <a:schemeClr val="bg1"/>
                </a:solidFill>
              </a:rPr>
              <a:t> (PELNI Services)</a:t>
            </a:r>
            <a:endParaRPr lang="en-ID" sz="24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F705C6-162C-356F-671E-750786844E99}"/>
              </a:ext>
            </a:extLst>
          </p:cNvPr>
          <p:cNvCxnSpPr>
            <a:cxnSpLocks/>
          </p:cNvCxnSpPr>
          <p:nvPr/>
        </p:nvCxnSpPr>
        <p:spPr>
          <a:xfrm>
            <a:off x="609601" y="2982685"/>
            <a:ext cx="908080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30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3C1E1-B2F8-EA2A-1A03-E6ED7DCE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25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ED6742-F458-4FAC-AD03-BAA13F5132D1}"/>
              </a:ext>
            </a:extLst>
          </p:cNvPr>
          <p:cNvSpPr txBox="1">
            <a:spLocks/>
          </p:cNvSpPr>
          <p:nvPr/>
        </p:nvSpPr>
        <p:spPr>
          <a:xfrm>
            <a:off x="694660" y="2844441"/>
            <a:ext cx="9144000" cy="658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>
                <a:solidFill>
                  <a:schemeClr val="bg1"/>
                </a:solidFill>
                <a:latin typeface="Fira Sans" panose="020B0503050000020004" pitchFamily="34" charset="0"/>
              </a:rPr>
              <a:t>Terima</a:t>
            </a:r>
            <a:r>
              <a:rPr lang="en-US" sz="4000" b="1" dirty="0">
                <a:solidFill>
                  <a:schemeClr val="bg1"/>
                </a:solidFill>
                <a:latin typeface="Fira Sans" panose="020B0503050000020004" pitchFamily="34" charset="0"/>
              </a:rPr>
              <a:t> Kasih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ED6742-F458-4FAC-AD03-BAA13F5132D1}"/>
              </a:ext>
            </a:extLst>
          </p:cNvPr>
          <p:cNvSpPr txBox="1">
            <a:spLocks/>
          </p:cNvSpPr>
          <p:nvPr/>
        </p:nvSpPr>
        <p:spPr>
          <a:xfrm>
            <a:off x="694660" y="3502751"/>
            <a:ext cx="4217581" cy="994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en-US" sz="1400" b="1" dirty="0">
              <a:solidFill>
                <a:schemeClr val="accent3">
                  <a:lumMod val="60000"/>
                  <a:lumOff val="40000"/>
                </a:schemeClr>
              </a:solidFill>
              <a:latin typeface="Fira Sans" panose="020B05030500000200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CF28C6-B01E-18F0-303A-578B814F6811}"/>
              </a:ext>
            </a:extLst>
          </p:cNvPr>
          <p:cNvSpPr/>
          <p:nvPr/>
        </p:nvSpPr>
        <p:spPr>
          <a:xfrm>
            <a:off x="601884" y="4583575"/>
            <a:ext cx="2558005" cy="658310"/>
          </a:xfrm>
          <a:prstGeom prst="rect">
            <a:avLst/>
          </a:prstGeom>
          <a:solidFill>
            <a:srgbClr val="274289"/>
          </a:solidFill>
          <a:ln>
            <a:solidFill>
              <a:srgbClr val="27428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CAE596-A92F-0004-97D0-5D88FBC92213}"/>
              </a:ext>
            </a:extLst>
          </p:cNvPr>
          <p:cNvCxnSpPr>
            <a:cxnSpLocks/>
          </p:cNvCxnSpPr>
          <p:nvPr/>
        </p:nvCxnSpPr>
        <p:spPr>
          <a:xfrm flipV="1">
            <a:off x="783221" y="3429000"/>
            <a:ext cx="3024850" cy="195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0EFC06-E854-0F2C-134C-BDE44385ECDE}"/>
              </a:ext>
            </a:extLst>
          </p:cNvPr>
          <p:cNvSpPr txBox="1"/>
          <p:nvPr/>
        </p:nvSpPr>
        <p:spPr>
          <a:xfrm>
            <a:off x="694660" y="3588753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PT Pelita Indonesia </a:t>
            </a:r>
            <a:r>
              <a:rPr lang="en-US" sz="1800" dirty="0" err="1">
                <a:solidFill>
                  <a:schemeClr val="bg1"/>
                </a:solidFill>
              </a:rPr>
              <a:t>Djaya</a:t>
            </a:r>
            <a:r>
              <a:rPr lang="en-US" sz="1800" dirty="0">
                <a:solidFill>
                  <a:schemeClr val="bg1"/>
                </a:solidFill>
              </a:rPr>
              <a:t> (PELNI Services)</a:t>
            </a:r>
            <a:endParaRPr lang="en-ID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398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22</Words>
  <Application>Microsoft Macintosh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 Display</vt:lpstr>
      <vt:lpstr>Arial</vt:lpstr>
      <vt:lpstr>Calibri</vt:lpstr>
      <vt:lpstr>Fira Sans</vt:lpstr>
      <vt:lpstr>Custom Design</vt:lpstr>
      <vt:lpstr>Contents Slide Master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22-11-PT-NB5-DE-001</dc:creator>
  <cp:lastModifiedBy>PELNI Services</cp:lastModifiedBy>
  <cp:revision>9</cp:revision>
  <cp:lastPrinted>2025-07-13T12:39:49Z</cp:lastPrinted>
  <dcterms:created xsi:type="dcterms:W3CDTF">2023-05-26T10:21:43Z</dcterms:created>
  <dcterms:modified xsi:type="dcterms:W3CDTF">2025-12-10T02:01:38Z</dcterms:modified>
</cp:coreProperties>
</file>